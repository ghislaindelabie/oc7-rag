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nconsolata"/>
      <p:regular r:id="rId25"/>
      <p:bold r:id="rId26"/>
    </p:embeddedFont>
    <p:embeddedFont>
      <p:font typeface="Fira Sans Extra Condensed Medium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Fira Sans Condensed Medium"/>
      <p:regular r:id="rId32"/>
      <p:bold r:id="rId33"/>
      <p:italic r:id="rId34"/>
      <p:boldItalic r:id="rId35"/>
    </p:embeddedFont>
    <p:embeddedFont>
      <p:font typeface="Work Sans Medium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hbARHSYd76LokcquNL1UEczljT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44" Type="http://customschemas.google.com/relationships/presentationmetadata" Target="metadata"/><Relationship Id="rId4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font" Target="fonts/FiraSansExtraCondensedMedium-boldItalic.fntdata"/><Relationship Id="rId33" Type="http://schemas.openxmlformats.org/officeDocument/2006/relationships/font" Target="fonts/FiraSansCondensedMedium-bold.fntdata"/><Relationship Id="rId32" Type="http://schemas.openxmlformats.org/officeDocument/2006/relationships/font" Target="fonts/FiraSansCondensedMedium-regular.fntdata"/><Relationship Id="rId35" Type="http://schemas.openxmlformats.org/officeDocument/2006/relationships/font" Target="fonts/FiraSansCondensedMedium-boldItalic.fntdata"/><Relationship Id="rId34" Type="http://schemas.openxmlformats.org/officeDocument/2006/relationships/font" Target="fonts/FiraSansCondensedMedium-italic.fntdata"/><Relationship Id="rId37" Type="http://schemas.openxmlformats.org/officeDocument/2006/relationships/font" Target="fonts/WorkSansMedium-bold.fntdata"/><Relationship Id="rId36" Type="http://schemas.openxmlformats.org/officeDocument/2006/relationships/font" Target="fonts/WorkSansMedium-regular.fntdata"/><Relationship Id="rId39" Type="http://schemas.openxmlformats.org/officeDocument/2006/relationships/font" Target="fonts/WorkSansMedium-boldItalic.fntdata"/><Relationship Id="rId38" Type="http://schemas.openxmlformats.org/officeDocument/2006/relationships/font" Target="fonts/WorkSans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Inconsolata-bold.fntdata"/><Relationship Id="rId25" Type="http://schemas.openxmlformats.org/officeDocument/2006/relationships/font" Target="fonts/Inconsolata-regular.fntdata"/><Relationship Id="rId28" Type="http://schemas.openxmlformats.org/officeDocument/2006/relationships/font" Target="fonts/FiraSansExtraCondensedMedium-bold.fntdata"/><Relationship Id="rId27" Type="http://schemas.openxmlformats.org/officeDocument/2006/relationships/font" Target="fonts/FiraSansExtraCondensedMedium-regular.fntdata"/><Relationship Id="rId29" Type="http://schemas.openxmlformats.org/officeDocument/2006/relationships/font" Target="fonts/FiraSansExtraCondensed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625b210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625b210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1"/>
          <p:cNvSpPr txBox="1"/>
          <p:nvPr>
            <p:ph type="ctrTitle"/>
          </p:nvPr>
        </p:nvSpPr>
        <p:spPr>
          <a:xfrm>
            <a:off x="713225" y="495626"/>
            <a:ext cx="54087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0" name="Google Shape;10;p81"/>
          <p:cNvSpPr txBox="1"/>
          <p:nvPr>
            <p:ph idx="1" type="subTitle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81"/>
          <p:cNvSpPr/>
          <p:nvPr/>
        </p:nvSpPr>
        <p:spPr>
          <a:xfrm>
            <a:off x="4746650" y="953825"/>
            <a:ext cx="4516200" cy="4516200"/>
          </a:xfrm>
          <a:prstGeom prst="ellipse">
            <a:avLst/>
          </a:prstGeom>
          <a:gradFill>
            <a:gsLst>
              <a:gs pos="0">
                <a:srgbClr val="4C9484">
                  <a:alpha val="36078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1"/>
          <p:cNvSpPr/>
          <p:nvPr/>
        </p:nvSpPr>
        <p:spPr>
          <a:xfrm>
            <a:off x="5826274" y="-1017626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5725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2"/>
          <p:cNvSpPr txBox="1"/>
          <p:nvPr>
            <p:ph type="title"/>
          </p:nvPr>
        </p:nvSpPr>
        <p:spPr>
          <a:xfrm>
            <a:off x="712350" y="344909"/>
            <a:ext cx="771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82"/>
          <p:cNvSpPr txBox="1"/>
          <p:nvPr>
            <p:ph idx="1" type="subTitle"/>
          </p:nvPr>
        </p:nvSpPr>
        <p:spPr>
          <a:xfrm>
            <a:off x="712350" y="1092375"/>
            <a:ext cx="77193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6" name="Google Shape;16;p82"/>
          <p:cNvSpPr/>
          <p:nvPr/>
        </p:nvSpPr>
        <p:spPr>
          <a:xfrm>
            <a:off x="7604625" y="388562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2"/>
          <p:cNvSpPr/>
          <p:nvPr/>
        </p:nvSpPr>
        <p:spPr>
          <a:xfrm>
            <a:off x="-1973425" y="-20631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AND_BODY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1"/>
          <p:cNvSpPr txBox="1"/>
          <p:nvPr>
            <p:ph type="title"/>
          </p:nvPr>
        </p:nvSpPr>
        <p:spPr>
          <a:xfrm>
            <a:off x="713225" y="343445"/>
            <a:ext cx="49710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6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0" name="Google Shape;20;p131"/>
          <p:cNvSpPr txBox="1"/>
          <p:nvPr>
            <p:ph idx="1" type="subTitle"/>
          </p:nvPr>
        </p:nvSpPr>
        <p:spPr>
          <a:xfrm>
            <a:off x="713225" y="2365673"/>
            <a:ext cx="44061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" name="Google Shape;21;p131"/>
          <p:cNvSpPr/>
          <p:nvPr/>
        </p:nvSpPr>
        <p:spPr>
          <a:xfrm flipH="1">
            <a:off x="5855225" y="-228587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31"/>
          <p:cNvSpPr/>
          <p:nvPr/>
        </p:nvSpPr>
        <p:spPr>
          <a:xfrm>
            <a:off x="6211225" y="2193925"/>
            <a:ext cx="2454600" cy="24546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31"/>
          <p:cNvSpPr txBox="1"/>
          <p:nvPr/>
        </p:nvSpPr>
        <p:spPr>
          <a:xfrm>
            <a:off x="719375" y="3595933"/>
            <a:ext cx="495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2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4"/>
          <p:cNvSpPr txBox="1"/>
          <p:nvPr>
            <p:ph type="ctrTitle"/>
          </p:nvPr>
        </p:nvSpPr>
        <p:spPr>
          <a:xfrm flipH="1">
            <a:off x="1415725" y="15098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" name="Google Shape;26;p84"/>
          <p:cNvSpPr txBox="1"/>
          <p:nvPr>
            <p:ph idx="1" type="subTitle"/>
          </p:nvPr>
        </p:nvSpPr>
        <p:spPr>
          <a:xfrm flipH="1">
            <a:off x="141597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84"/>
          <p:cNvSpPr txBox="1"/>
          <p:nvPr>
            <p:ph idx="2" type="title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8" name="Google Shape;28;p84"/>
          <p:cNvSpPr txBox="1"/>
          <p:nvPr>
            <p:ph idx="3" type="ctrTitle"/>
          </p:nvPr>
        </p:nvSpPr>
        <p:spPr>
          <a:xfrm>
            <a:off x="4829051" y="15098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84"/>
          <p:cNvSpPr txBox="1"/>
          <p:nvPr>
            <p:ph idx="4" type="subTitle"/>
          </p:nvPr>
        </p:nvSpPr>
        <p:spPr>
          <a:xfrm>
            <a:off x="482902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" name="Google Shape;30;p84"/>
          <p:cNvSpPr txBox="1"/>
          <p:nvPr>
            <p:ph idx="5" type="title"/>
          </p:nvPr>
        </p:nvSpPr>
        <p:spPr>
          <a:xfrm>
            <a:off x="4133313" y="1267087"/>
            <a:ext cx="733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1" name="Google Shape;31;p84"/>
          <p:cNvSpPr txBox="1"/>
          <p:nvPr>
            <p:ph idx="6" type="ctrTitle"/>
          </p:nvPr>
        </p:nvSpPr>
        <p:spPr>
          <a:xfrm flipH="1">
            <a:off x="1415723" y="30917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2" name="Google Shape;32;p84"/>
          <p:cNvSpPr txBox="1"/>
          <p:nvPr>
            <p:ph idx="7" type="subTitle"/>
          </p:nvPr>
        </p:nvSpPr>
        <p:spPr>
          <a:xfrm flipH="1">
            <a:off x="1415771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" name="Google Shape;33;p84"/>
          <p:cNvSpPr txBox="1"/>
          <p:nvPr>
            <p:ph idx="8" type="title"/>
          </p:nvPr>
        </p:nvSpPr>
        <p:spPr>
          <a:xfrm flipH="1">
            <a:off x="723428" y="2846638"/>
            <a:ext cx="733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4" name="Google Shape;34;p84"/>
          <p:cNvSpPr txBox="1"/>
          <p:nvPr>
            <p:ph idx="9" type="ctrTitle"/>
          </p:nvPr>
        </p:nvSpPr>
        <p:spPr>
          <a:xfrm>
            <a:off x="4829053" y="30917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5" name="Google Shape;35;p84"/>
          <p:cNvSpPr txBox="1"/>
          <p:nvPr>
            <p:ph idx="13" type="subTitle"/>
          </p:nvPr>
        </p:nvSpPr>
        <p:spPr>
          <a:xfrm>
            <a:off x="4829054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84"/>
          <p:cNvSpPr txBox="1"/>
          <p:nvPr>
            <p:ph idx="14" type="title"/>
          </p:nvPr>
        </p:nvSpPr>
        <p:spPr>
          <a:xfrm>
            <a:off x="4130513" y="2846638"/>
            <a:ext cx="733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7" name="Google Shape;37;p84"/>
          <p:cNvSpPr txBox="1"/>
          <p:nvPr>
            <p:ph idx="15" type="ctrTitle"/>
          </p:nvPr>
        </p:nvSpPr>
        <p:spPr>
          <a:xfrm>
            <a:off x="715450" y="436050"/>
            <a:ext cx="7713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84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C9484">
                  <a:alpha val="5568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4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5"/>
          <p:cNvSpPr txBox="1"/>
          <p:nvPr>
            <p:ph type="title"/>
          </p:nvPr>
        </p:nvSpPr>
        <p:spPr>
          <a:xfrm>
            <a:off x="4272525" y="1597547"/>
            <a:ext cx="4158300" cy="14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85"/>
          <p:cNvSpPr txBox="1"/>
          <p:nvPr>
            <p:ph idx="2" type="title"/>
          </p:nvPr>
        </p:nvSpPr>
        <p:spPr>
          <a:xfrm>
            <a:off x="4272526" y="137225"/>
            <a:ext cx="2379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3" name="Google Shape;43;p85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" name="Google Shape;44;p85"/>
          <p:cNvSpPr/>
          <p:nvPr/>
        </p:nvSpPr>
        <p:spPr>
          <a:xfrm>
            <a:off x="1907225" y="2588100"/>
            <a:ext cx="2555400" cy="2555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5"/>
          <p:cNvSpPr/>
          <p:nvPr/>
        </p:nvSpPr>
        <p:spPr>
          <a:xfrm>
            <a:off x="5390650" y="-177130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5"/>
          <p:cNvSpPr/>
          <p:nvPr>
            <p:ph idx="3" type="pic"/>
          </p:nvPr>
        </p:nvSpPr>
        <p:spPr>
          <a:xfrm>
            <a:off x="0" y="1225"/>
            <a:ext cx="403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2"/>
          <p:cNvSpPr txBox="1"/>
          <p:nvPr>
            <p:ph type="title"/>
          </p:nvPr>
        </p:nvSpPr>
        <p:spPr>
          <a:xfrm>
            <a:off x="713188" y="1600025"/>
            <a:ext cx="42843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102"/>
          <p:cNvSpPr txBox="1"/>
          <p:nvPr>
            <p:ph idx="2" type="title"/>
          </p:nvPr>
        </p:nvSpPr>
        <p:spPr>
          <a:xfrm>
            <a:off x="2436154" y="140559"/>
            <a:ext cx="2561400" cy="12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0" name="Google Shape;50;p102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" name="Google Shape;51;p102"/>
          <p:cNvSpPr/>
          <p:nvPr/>
        </p:nvSpPr>
        <p:spPr>
          <a:xfrm flipH="1">
            <a:off x="2798475" y="163717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2"/>
          <p:cNvSpPr/>
          <p:nvPr/>
        </p:nvSpPr>
        <p:spPr>
          <a:xfrm flipH="1">
            <a:off x="-608450" y="-5405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2"/>
          <p:cNvSpPr/>
          <p:nvPr>
            <p:ph idx="3" type="pic"/>
          </p:nvPr>
        </p:nvSpPr>
        <p:spPr>
          <a:xfrm>
            <a:off x="5164500" y="0"/>
            <a:ext cx="397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9"/>
          <p:cNvSpPr txBox="1"/>
          <p:nvPr>
            <p:ph type="title"/>
          </p:nvPr>
        </p:nvSpPr>
        <p:spPr>
          <a:xfrm>
            <a:off x="4146525" y="1597550"/>
            <a:ext cx="3301800" cy="14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109"/>
          <p:cNvSpPr txBox="1"/>
          <p:nvPr>
            <p:ph idx="2" type="title"/>
          </p:nvPr>
        </p:nvSpPr>
        <p:spPr>
          <a:xfrm>
            <a:off x="4146526" y="137225"/>
            <a:ext cx="2379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7" name="Google Shape;57;p109"/>
          <p:cNvSpPr txBox="1"/>
          <p:nvPr>
            <p:ph idx="1" type="subTitle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09"/>
          <p:cNvSpPr/>
          <p:nvPr/>
        </p:nvSpPr>
        <p:spPr>
          <a:xfrm>
            <a:off x="6207800" y="21107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9"/>
          <p:cNvSpPr/>
          <p:nvPr>
            <p:ph idx="3" type="pic"/>
          </p:nvPr>
        </p:nvSpPr>
        <p:spPr>
          <a:xfrm flipH="1">
            <a:off x="-125" y="0"/>
            <a:ext cx="38295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7"/>
          <p:cNvSpPr/>
          <p:nvPr/>
        </p:nvSpPr>
        <p:spPr>
          <a:xfrm flipH="1">
            <a:off x="6309850" y="-1654300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2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" name="Google Shape;63;p127"/>
          <p:cNvSpPr/>
          <p:nvPr/>
        </p:nvSpPr>
        <p:spPr>
          <a:xfrm flipH="1">
            <a:off x="-2165100" y="368420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6"/>
          <p:cNvSpPr/>
          <p:nvPr/>
        </p:nvSpPr>
        <p:spPr>
          <a:xfrm>
            <a:off x="6877925" y="958275"/>
            <a:ext cx="4598400" cy="45984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6"/>
          <p:cNvSpPr/>
          <p:nvPr/>
        </p:nvSpPr>
        <p:spPr>
          <a:xfrm>
            <a:off x="-2685100" y="-1618950"/>
            <a:ext cx="5506800" cy="5506800"/>
          </a:xfrm>
          <a:prstGeom prst="ellipse">
            <a:avLst/>
          </a:prstGeom>
          <a:gradFill>
            <a:gsLst>
              <a:gs pos="0">
                <a:srgbClr val="4C9484">
                  <a:alpha val="29803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6"/>
          <p:cNvSpPr txBox="1"/>
          <p:nvPr>
            <p:ph type="title"/>
          </p:nvPr>
        </p:nvSpPr>
        <p:spPr>
          <a:xfrm>
            <a:off x="2007050" y="1116617"/>
            <a:ext cx="52005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86"/>
          <p:cNvSpPr txBox="1"/>
          <p:nvPr>
            <p:ph idx="1" type="subTitle"/>
          </p:nvPr>
        </p:nvSpPr>
        <p:spPr>
          <a:xfrm>
            <a:off x="2007050" y="2862592"/>
            <a:ext cx="4501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 1">
  <p:cSld name="TITLE_AND_TWO_COLUMNS_1_4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3"/>
          <p:cNvSpPr/>
          <p:nvPr/>
        </p:nvSpPr>
        <p:spPr>
          <a:xfrm>
            <a:off x="-361850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3"/>
          <p:cNvSpPr/>
          <p:nvPr/>
        </p:nvSpPr>
        <p:spPr>
          <a:xfrm>
            <a:off x="237772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3"/>
          <p:cNvSpPr/>
          <p:nvPr/>
        </p:nvSpPr>
        <p:spPr>
          <a:xfrm>
            <a:off x="5149575" y="26899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3"/>
          <p:cNvSpPr/>
          <p:nvPr/>
        </p:nvSpPr>
        <p:spPr>
          <a:xfrm flipH="1">
            <a:off x="7087025" y="-18269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3"/>
          <p:cNvSpPr/>
          <p:nvPr/>
        </p:nvSpPr>
        <p:spPr>
          <a:xfrm>
            <a:off x="-361850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3"/>
          <p:cNvSpPr/>
          <p:nvPr/>
        </p:nvSpPr>
        <p:spPr>
          <a:xfrm>
            <a:off x="237772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3"/>
          <p:cNvSpPr/>
          <p:nvPr/>
        </p:nvSpPr>
        <p:spPr>
          <a:xfrm>
            <a:off x="5149575" y="8324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3"/>
          <p:cNvSpPr txBox="1"/>
          <p:nvPr>
            <p:ph type="title"/>
          </p:nvPr>
        </p:nvSpPr>
        <p:spPr>
          <a:xfrm>
            <a:off x="709904" y="338824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8" name="Google Shape;78;p103"/>
          <p:cNvSpPr txBox="1"/>
          <p:nvPr>
            <p:ph idx="1" type="subTitle"/>
          </p:nvPr>
        </p:nvSpPr>
        <p:spPr>
          <a:xfrm>
            <a:off x="717300" y="2051549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9" name="Google Shape;79;p103"/>
          <p:cNvSpPr txBox="1"/>
          <p:nvPr>
            <p:ph idx="2" type="subTitle"/>
          </p:nvPr>
        </p:nvSpPr>
        <p:spPr>
          <a:xfrm>
            <a:off x="719256" y="1560580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0" name="Google Shape;80;p103"/>
          <p:cNvSpPr txBox="1"/>
          <p:nvPr>
            <p:ph idx="3" type="subTitle"/>
          </p:nvPr>
        </p:nvSpPr>
        <p:spPr>
          <a:xfrm>
            <a:off x="3425975" y="2051735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1" name="Google Shape;81;p103"/>
          <p:cNvSpPr txBox="1"/>
          <p:nvPr>
            <p:ph idx="4" type="subTitle"/>
          </p:nvPr>
        </p:nvSpPr>
        <p:spPr>
          <a:xfrm>
            <a:off x="3427931" y="1560584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2" name="Google Shape;82;p103"/>
          <p:cNvSpPr txBox="1"/>
          <p:nvPr>
            <p:ph idx="5" type="subTitle"/>
          </p:nvPr>
        </p:nvSpPr>
        <p:spPr>
          <a:xfrm>
            <a:off x="6132681" y="2041510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" name="Google Shape;83;p103"/>
          <p:cNvSpPr txBox="1"/>
          <p:nvPr>
            <p:ph idx="6" type="subTitle"/>
          </p:nvPr>
        </p:nvSpPr>
        <p:spPr>
          <a:xfrm>
            <a:off x="6134638" y="1550359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4" name="Google Shape;84;p103"/>
          <p:cNvSpPr txBox="1"/>
          <p:nvPr>
            <p:ph idx="7" type="subTitle"/>
          </p:nvPr>
        </p:nvSpPr>
        <p:spPr>
          <a:xfrm>
            <a:off x="717300" y="3609309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5" name="Google Shape;85;p103"/>
          <p:cNvSpPr txBox="1"/>
          <p:nvPr>
            <p:ph idx="8" type="subTitle"/>
          </p:nvPr>
        </p:nvSpPr>
        <p:spPr>
          <a:xfrm>
            <a:off x="719256" y="3119982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6" name="Google Shape;86;p103"/>
          <p:cNvSpPr txBox="1"/>
          <p:nvPr>
            <p:ph idx="9" type="subTitle"/>
          </p:nvPr>
        </p:nvSpPr>
        <p:spPr>
          <a:xfrm>
            <a:off x="3429005" y="3609312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7" name="Google Shape;87;p103"/>
          <p:cNvSpPr txBox="1"/>
          <p:nvPr>
            <p:ph idx="13" type="subTitle"/>
          </p:nvPr>
        </p:nvSpPr>
        <p:spPr>
          <a:xfrm>
            <a:off x="3430961" y="3119985"/>
            <a:ext cx="22821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88" name="Google Shape;88;p103"/>
          <p:cNvSpPr txBox="1"/>
          <p:nvPr>
            <p:ph idx="14" type="subTitle"/>
          </p:nvPr>
        </p:nvSpPr>
        <p:spPr>
          <a:xfrm>
            <a:off x="6132681" y="3609296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9" name="Google Shape;89;p103"/>
          <p:cNvSpPr txBox="1"/>
          <p:nvPr>
            <p:ph idx="15" type="subTitle"/>
          </p:nvPr>
        </p:nvSpPr>
        <p:spPr>
          <a:xfrm>
            <a:off x="6134638" y="3119969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8"/>
          <p:cNvSpPr txBox="1"/>
          <p:nvPr>
            <p:ph hasCustomPrompt="1" type="title"/>
          </p:nvPr>
        </p:nvSpPr>
        <p:spPr>
          <a:xfrm>
            <a:off x="698550" y="1106125"/>
            <a:ext cx="7137300" cy="1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18"/>
          <p:cNvSpPr txBox="1"/>
          <p:nvPr>
            <p:ph idx="1" type="subTitle"/>
          </p:nvPr>
        </p:nvSpPr>
        <p:spPr>
          <a:xfrm>
            <a:off x="698550" y="3321321"/>
            <a:ext cx="4965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" name="Google Shape;93;p118"/>
          <p:cNvSpPr/>
          <p:nvPr/>
        </p:nvSpPr>
        <p:spPr>
          <a:xfrm>
            <a:off x="6419175" y="1901137"/>
            <a:ext cx="4516200" cy="45162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8"/>
          <p:cNvSpPr/>
          <p:nvPr/>
        </p:nvSpPr>
        <p:spPr>
          <a:xfrm>
            <a:off x="4345624" y="-124658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8"/>
          <p:cNvSpPr/>
          <p:nvPr/>
        </p:nvSpPr>
        <p:spPr>
          <a:xfrm>
            <a:off x="-975401" y="3165549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2">
  <p:cSld name="TITLE_ONLY_2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23"/>
          <p:cNvSpPr/>
          <p:nvPr/>
        </p:nvSpPr>
        <p:spPr>
          <a:xfrm flipH="1">
            <a:off x="6497800" y="1775075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3"/>
          <p:cNvSpPr/>
          <p:nvPr/>
        </p:nvSpPr>
        <p:spPr>
          <a:xfrm flipH="1">
            <a:off x="-2249150" y="17652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ONE_COLUMN_TEXT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3"/>
          <p:cNvSpPr txBox="1"/>
          <p:nvPr>
            <p:ph type="title"/>
          </p:nvPr>
        </p:nvSpPr>
        <p:spPr>
          <a:xfrm>
            <a:off x="713225" y="4127083"/>
            <a:ext cx="3310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83"/>
          <p:cNvSpPr txBox="1"/>
          <p:nvPr>
            <p:ph idx="1" type="subTitle"/>
          </p:nvPr>
        </p:nvSpPr>
        <p:spPr>
          <a:xfrm>
            <a:off x="713225" y="1073608"/>
            <a:ext cx="4596000" cy="17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3" name="Google Shape;103;p83"/>
          <p:cNvSpPr/>
          <p:nvPr/>
        </p:nvSpPr>
        <p:spPr>
          <a:xfrm>
            <a:off x="-74175" y="2702400"/>
            <a:ext cx="1600" cy="1600"/>
          </a:xfrm>
          <a:custGeom>
            <a:rect b="b" l="l" r="r" t="t"/>
            <a:pathLst>
              <a:path extrusionOk="0" h="64" w="64">
                <a:moveTo>
                  <a:pt x="63" y="0"/>
                </a:moveTo>
                <a:cubicBezTo>
                  <a:pt x="21" y="21"/>
                  <a:pt x="0" y="21"/>
                  <a:pt x="0" y="63"/>
                </a:cubicBezTo>
                <a:cubicBezTo>
                  <a:pt x="42" y="63"/>
                  <a:pt x="63" y="21"/>
                  <a:pt x="63" y="0"/>
                </a:cubicBez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3"/>
          <p:cNvSpPr/>
          <p:nvPr/>
        </p:nvSpPr>
        <p:spPr>
          <a:xfrm>
            <a:off x="-72600" y="2702400"/>
            <a:ext cx="25" cy="25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D7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3"/>
          <p:cNvSpPr/>
          <p:nvPr/>
        </p:nvSpPr>
        <p:spPr>
          <a:xfrm>
            <a:off x="52334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3"/>
          <p:cNvSpPr/>
          <p:nvPr/>
        </p:nvSpPr>
        <p:spPr>
          <a:xfrm>
            <a:off x="7812250" y="812675"/>
            <a:ext cx="2442600" cy="24426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4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4"/>
          <p:cNvSpPr txBox="1"/>
          <p:nvPr>
            <p:ph type="ctrTitle"/>
          </p:nvPr>
        </p:nvSpPr>
        <p:spPr>
          <a:xfrm>
            <a:off x="708625" y="428483"/>
            <a:ext cx="772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4"/>
          <p:cNvSpPr/>
          <p:nvPr>
            <p:ph idx="2" type="pic"/>
          </p:nvPr>
        </p:nvSpPr>
        <p:spPr>
          <a:xfrm>
            <a:off x="1850" y="-1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04"/>
          <p:cNvSpPr txBox="1"/>
          <p:nvPr>
            <p:ph type="title"/>
          </p:nvPr>
        </p:nvSpPr>
        <p:spPr>
          <a:xfrm>
            <a:off x="679825" y="3583400"/>
            <a:ext cx="3923100" cy="921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87"/>
          <p:cNvSpPr/>
          <p:nvPr/>
        </p:nvSpPr>
        <p:spPr>
          <a:xfrm>
            <a:off x="7944150" y="2874975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7"/>
          <p:cNvSpPr/>
          <p:nvPr/>
        </p:nvSpPr>
        <p:spPr>
          <a:xfrm>
            <a:off x="-1391350" y="258825"/>
            <a:ext cx="2697900" cy="26979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TITLE_AND_TWO_COLUMNS_1_4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8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9" name="Google Shape;119;p88"/>
          <p:cNvSpPr txBox="1"/>
          <p:nvPr>
            <p:ph idx="1" type="subTitle"/>
          </p:nvPr>
        </p:nvSpPr>
        <p:spPr>
          <a:xfrm>
            <a:off x="1593525" y="3621175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0" name="Google Shape;120;p88"/>
          <p:cNvSpPr txBox="1"/>
          <p:nvPr>
            <p:ph idx="2" type="subTitle"/>
          </p:nvPr>
        </p:nvSpPr>
        <p:spPr>
          <a:xfrm>
            <a:off x="1593537" y="2073717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1" name="Google Shape;121;p88"/>
          <p:cNvSpPr txBox="1"/>
          <p:nvPr>
            <p:ph idx="3" type="subTitle"/>
          </p:nvPr>
        </p:nvSpPr>
        <p:spPr>
          <a:xfrm>
            <a:off x="4741445" y="3621279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2" name="Google Shape;122;p88"/>
          <p:cNvSpPr txBox="1"/>
          <p:nvPr>
            <p:ph idx="4" type="subTitle"/>
          </p:nvPr>
        </p:nvSpPr>
        <p:spPr>
          <a:xfrm>
            <a:off x="1593517" y="3119653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" name="Google Shape;123;p88"/>
          <p:cNvSpPr txBox="1"/>
          <p:nvPr>
            <p:ph idx="5" type="subTitle"/>
          </p:nvPr>
        </p:nvSpPr>
        <p:spPr>
          <a:xfrm>
            <a:off x="1593533" y="1572190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88"/>
          <p:cNvSpPr txBox="1"/>
          <p:nvPr>
            <p:ph idx="6" type="subTitle"/>
          </p:nvPr>
        </p:nvSpPr>
        <p:spPr>
          <a:xfrm>
            <a:off x="4741445" y="3119753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5" name="Google Shape;125;p88"/>
          <p:cNvSpPr txBox="1"/>
          <p:nvPr>
            <p:ph idx="7" type="subTitle"/>
          </p:nvPr>
        </p:nvSpPr>
        <p:spPr>
          <a:xfrm>
            <a:off x="4741454" y="2073717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6" name="Google Shape;126;p88"/>
          <p:cNvSpPr txBox="1"/>
          <p:nvPr>
            <p:ph idx="8" type="subTitle"/>
          </p:nvPr>
        </p:nvSpPr>
        <p:spPr>
          <a:xfrm>
            <a:off x="4741458" y="1572290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9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89"/>
          <p:cNvSpPr/>
          <p:nvPr/>
        </p:nvSpPr>
        <p:spPr>
          <a:xfrm>
            <a:off x="-2454225" y="2649100"/>
            <a:ext cx="3647700" cy="3647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9"/>
          <p:cNvSpPr/>
          <p:nvPr/>
        </p:nvSpPr>
        <p:spPr>
          <a:xfrm>
            <a:off x="7931625" y="-6038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0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0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" name="Google Shape;134;p90"/>
          <p:cNvSpPr/>
          <p:nvPr/>
        </p:nvSpPr>
        <p:spPr>
          <a:xfrm>
            <a:off x="-1325425" y="3628450"/>
            <a:ext cx="2555400" cy="2555400"/>
          </a:xfrm>
          <a:prstGeom prst="ellipse">
            <a:avLst/>
          </a:prstGeom>
          <a:gradFill>
            <a:gsLst>
              <a:gs pos="0">
                <a:srgbClr val="4C9484">
                  <a:alpha val="6235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91"/>
          <p:cNvSpPr/>
          <p:nvPr/>
        </p:nvSpPr>
        <p:spPr>
          <a:xfrm>
            <a:off x="-2715300" y="2289150"/>
            <a:ext cx="4763700" cy="47637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1"/>
          <p:cNvSpPr/>
          <p:nvPr/>
        </p:nvSpPr>
        <p:spPr>
          <a:xfrm>
            <a:off x="7416100" y="-1348725"/>
            <a:ext cx="2937600" cy="29376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5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2"/>
          <p:cNvSpPr txBox="1"/>
          <p:nvPr>
            <p:ph type="ctrTitle"/>
          </p:nvPr>
        </p:nvSpPr>
        <p:spPr>
          <a:xfrm>
            <a:off x="722400" y="289793"/>
            <a:ext cx="7699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92"/>
          <p:cNvSpPr txBox="1"/>
          <p:nvPr>
            <p:ph idx="1" type="subTitle"/>
          </p:nvPr>
        </p:nvSpPr>
        <p:spPr>
          <a:xfrm>
            <a:off x="714675" y="3890388"/>
            <a:ext cx="231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92"/>
          <p:cNvSpPr txBox="1"/>
          <p:nvPr>
            <p:ph idx="2" type="subTitle"/>
          </p:nvPr>
        </p:nvSpPr>
        <p:spPr>
          <a:xfrm>
            <a:off x="3409511" y="3890388"/>
            <a:ext cx="231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92"/>
          <p:cNvSpPr txBox="1"/>
          <p:nvPr>
            <p:ph idx="3" type="ctrTitle"/>
          </p:nvPr>
        </p:nvSpPr>
        <p:spPr>
          <a:xfrm>
            <a:off x="712775" y="3527891"/>
            <a:ext cx="2316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44" name="Google Shape;144;p92"/>
          <p:cNvSpPr txBox="1"/>
          <p:nvPr>
            <p:ph idx="4" type="ctrTitle"/>
          </p:nvPr>
        </p:nvSpPr>
        <p:spPr>
          <a:xfrm>
            <a:off x="3409489" y="3527891"/>
            <a:ext cx="232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45" name="Google Shape;145;p92"/>
          <p:cNvSpPr txBox="1"/>
          <p:nvPr>
            <p:ph idx="5" type="subTitle"/>
          </p:nvPr>
        </p:nvSpPr>
        <p:spPr>
          <a:xfrm>
            <a:off x="6110103" y="3890388"/>
            <a:ext cx="231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92"/>
          <p:cNvSpPr txBox="1"/>
          <p:nvPr>
            <p:ph idx="6" type="ctrTitle"/>
          </p:nvPr>
        </p:nvSpPr>
        <p:spPr>
          <a:xfrm>
            <a:off x="6110084" y="3527891"/>
            <a:ext cx="232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147" name="Google Shape;147;p92"/>
          <p:cNvSpPr/>
          <p:nvPr/>
        </p:nvSpPr>
        <p:spPr>
          <a:xfrm>
            <a:off x="6569575" y="832475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2"/>
          <p:cNvSpPr/>
          <p:nvPr/>
        </p:nvSpPr>
        <p:spPr>
          <a:xfrm>
            <a:off x="7466825" y="-874900"/>
            <a:ext cx="3647700" cy="36477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3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1" name="Google Shape;151;p93"/>
          <p:cNvSpPr/>
          <p:nvPr/>
        </p:nvSpPr>
        <p:spPr>
          <a:xfrm>
            <a:off x="7254450" y="2609475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3"/>
          <p:cNvSpPr/>
          <p:nvPr/>
        </p:nvSpPr>
        <p:spPr>
          <a:xfrm>
            <a:off x="-1559500" y="-636350"/>
            <a:ext cx="2697900" cy="2697900"/>
          </a:xfrm>
          <a:prstGeom prst="ellipse">
            <a:avLst/>
          </a:prstGeom>
          <a:gradFill>
            <a:gsLst>
              <a:gs pos="0">
                <a:schemeClr val="dk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 1">
  <p:cSld name="TITLE_AND_TWO_COLUMNS_1_4_1_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5"/>
          <p:cNvSpPr/>
          <p:nvPr/>
        </p:nvSpPr>
        <p:spPr>
          <a:xfrm>
            <a:off x="5375825" y="-17762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5"/>
          <p:cNvSpPr txBox="1"/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6" name="Google Shape;156;p95"/>
          <p:cNvSpPr txBox="1"/>
          <p:nvPr>
            <p:ph idx="1" type="subTitle"/>
          </p:nvPr>
        </p:nvSpPr>
        <p:spPr>
          <a:xfrm>
            <a:off x="714850" y="2101002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7" name="Google Shape;157;p95"/>
          <p:cNvSpPr txBox="1"/>
          <p:nvPr>
            <p:ph idx="2" type="subTitle"/>
          </p:nvPr>
        </p:nvSpPr>
        <p:spPr>
          <a:xfrm>
            <a:off x="2670437" y="2100994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" name="Google Shape;158;p95"/>
          <p:cNvSpPr txBox="1"/>
          <p:nvPr>
            <p:ph idx="3" type="subTitle"/>
          </p:nvPr>
        </p:nvSpPr>
        <p:spPr>
          <a:xfrm>
            <a:off x="4626020" y="3602953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9" name="Google Shape;159;p95"/>
          <p:cNvSpPr txBox="1"/>
          <p:nvPr>
            <p:ph idx="4" type="subTitle"/>
          </p:nvPr>
        </p:nvSpPr>
        <p:spPr>
          <a:xfrm>
            <a:off x="714842" y="1434462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95"/>
          <p:cNvSpPr txBox="1"/>
          <p:nvPr>
            <p:ph idx="5" type="subTitle"/>
          </p:nvPr>
        </p:nvSpPr>
        <p:spPr>
          <a:xfrm>
            <a:off x="2670437" y="1434450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1" name="Google Shape;161;p95"/>
          <p:cNvSpPr txBox="1"/>
          <p:nvPr>
            <p:ph idx="6" type="subTitle"/>
          </p:nvPr>
        </p:nvSpPr>
        <p:spPr>
          <a:xfrm>
            <a:off x="4626020" y="2949665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95"/>
          <p:cNvSpPr txBox="1"/>
          <p:nvPr>
            <p:ph idx="7" type="subTitle"/>
          </p:nvPr>
        </p:nvSpPr>
        <p:spPr>
          <a:xfrm>
            <a:off x="6600254" y="3602940"/>
            <a:ext cx="1828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3" name="Google Shape;163;p95"/>
          <p:cNvSpPr txBox="1"/>
          <p:nvPr>
            <p:ph idx="8" type="subTitle"/>
          </p:nvPr>
        </p:nvSpPr>
        <p:spPr>
          <a:xfrm>
            <a:off x="6600258" y="2949652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95"/>
          <p:cNvSpPr/>
          <p:nvPr/>
        </p:nvSpPr>
        <p:spPr>
          <a:xfrm>
            <a:off x="-678700" y="33289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6"/>
          <p:cNvSpPr/>
          <p:nvPr/>
        </p:nvSpPr>
        <p:spPr>
          <a:xfrm>
            <a:off x="5140425" y="1576275"/>
            <a:ext cx="4516200" cy="45162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6"/>
          <p:cNvSpPr/>
          <p:nvPr/>
        </p:nvSpPr>
        <p:spPr>
          <a:xfrm>
            <a:off x="-582351" y="-4853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6"/>
          <p:cNvSpPr txBox="1"/>
          <p:nvPr>
            <p:ph type="title"/>
          </p:nvPr>
        </p:nvSpPr>
        <p:spPr>
          <a:xfrm>
            <a:off x="735800" y="1341400"/>
            <a:ext cx="6143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TITLE_AND_TWO_COLUMNS_1_4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7"/>
          <p:cNvSpPr/>
          <p:nvPr/>
        </p:nvSpPr>
        <p:spPr>
          <a:xfrm>
            <a:off x="-2292301" y="-16157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7"/>
          <p:cNvSpPr/>
          <p:nvPr/>
        </p:nvSpPr>
        <p:spPr>
          <a:xfrm>
            <a:off x="7956599" y="202134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7"/>
          <p:cNvSpPr txBox="1"/>
          <p:nvPr>
            <p:ph type="title"/>
          </p:nvPr>
        </p:nvSpPr>
        <p:spPr>
          <a:xfrm>
            <a:off x="709904" y="338372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73" name="Google Shape;173;p97"/>
          <p:cNvSpPr txBox="1"/>
          <p:nvPr>
            <p:ph idx="1" type="subTitle"/>
          </p:nvPr>
        </p:nvSpPr>
        <p:spPr>
          <a:xfrm>
            <a:off x="717300" y="1880394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74" name="Google Shape;174;p97"/>
          <p:cNvSpPr txBox="1"/>
          <p:nvPr>
            <p:ph idx="2" type="subTitle"/>
          </p:nvPr>
        </p:nvSpPr>
        <p:spPr>
          <a:xfrm>
            <a:off x="719256" y="1408180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75" name="Google Shape;175;p97"/>
          <p:cNvSpPr txBox="1"/>
          <p:nvPr>
            <p:ph idx="3" type="subTitle"/>
          </p:nvPr>
        </p:nvSpPr>
        <p:spPr>
          <a:xfrm>
            <a:off x="724000" y="2996768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76" name="Google Shape;176;p97"/>
          <p:cNvSpPr txBox="1"/>
          <p:nvPr>
            <p:ph idx="4" type="subTitle"/>
          </p:nvPr>
        </p:nvSpPr>
        <p:spPr>
          <a:xfrm>
            <a:off x="725956" y="2524372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77" name="Google Shape;177;p97"/>
          <p:cNvSpPr txBox="1"/>
          <p:nvPr>
            <p:ph idx="5" type="subTitle"/>
          </p:nvPr>
        </p:nvSpPr>
        <p:spPr>
          <a:xfrm>
            <a:off x="6132681" y="1870355"/>
            <a:ext cx="2286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78" name="Google Shape;178;p97"/>
          <p:cNvSpPr txBox="1"/>
          <p:nvPr>
            <p:ph idx="6" type="subTitle"/>
          </p:nvPr>
        </p:nvSpPr>
        <p:spPr>
          <a:xfrm>
            <a:off x="6134638" y="1397959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79" name="Google Shape;179;p97"/>
          <p:cNvSpPr txBox="1"/>
          <p:nvPr>
            <p:ph idx="7" type="subTitle"/>
          </p:nvPr>
        </p:nvSpPr>
        <p:spPr>
          <a:xfrm>
            <a:off x="717300" y="4117208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0" name="Google Shape;180;p97"/>
          <p:cNvSpPr txBox="1"/>
          <p:nvPr>
            <p:ph idx="8" type="subTitle"/>
          </p:nvPr>
        </p:nvSpPr>
        <p:spPr>
          <a:xfrm>
            <a:off x="719256" y="3646636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81" name="Google Shape;181;p97"/>
          <p:cNvSpPr txBox="1"/>
          <p:nvPr>
            <p:ph idx="9" type="subTitle"/>
          </p:nvPr>
        </p:nvSpPr>
        <p:spPr>
          <a:xfrm>
            <a:off x="6154530" y="2993598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2" name="Google Shape;182;p97"/>
          <p:cNvSpPr txBox="1"/>
          <p:nvPr>
            <p:ph idx="13" type="subTitle"/>
          </p:nvPr>
        </p:nvSpPr>
        <p:spPr>
          <a:xfrm>
            <a:off x="6156486" y="2523026"/>
            <a:ext cx="22821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183" name="Google Shape;183;p97"/>
          <p:cNvSpPr txBox="1"/>
          <p:nvPr>
            <p:ph idx="14" type="subTitle"/>
          </p:nvPr>
        </p:nvSpPr>
        <p:spPr>
          <a:xfrm>
            <a:off x="6132681" y="4117445"/>
            <a:ext cx="2286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4" name="Google Shape;184;p97"/>
          <p:cNvSpPr txBox="1"/>
          <p:nvPr>
            <p:ph idx="15" type="subTitle"/>
          </p:nvPr>
        </p:nvSpPr>
        <p:spPr>
          <a:xfrm>
            <a:off x="6134638" y="3646873"/>
            <a:ext cx="2282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consolata"/>
              <a:buNone/>
              <a:defRPr b="1" sz="24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7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8"/>
          <p:cNvSpPr/>
          <p:nvPr/>
        </p:nvSpPr>
        <p:spPr>
          <a:xfrm>
            <a:off x="5558825" y="-150797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98"/>
          <p:cNvSpPr/>
          <p:nvPr/>
        </p:nvSpPr>
        <p:spPr>
          <a:xfrm>
            <a:off x="-1786025" y="31872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8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9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1" name="Google Shape;191;p99"/>
          <p:cNvSpPr/>
          <p:nvPr/>
        </p:nvSpPr>
        <p:spPr>
          <a:xfrm rot="-1674204">
            <a:off x="7568418" y="215952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9"/>
          <p:cNvSpPr/>
          <p:nvPr/>
        </p:nvSpPr>
        <p:spPr>
          <a:xfrm rot="-1674432">
            <a:off x="6927657" y="-57638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9"/>
          <p:cNvSpPr/>
          <p:nvPr/>
        </p:nvSpPr>
        <p:spPr>
          <a:xfrm rot="-1674432">
            <a:off x="-1256118" y="3214616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9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0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00"/>
          <p:cNvSpPr/>
          <p:nvPr/>
        </p:nvSpPr>
        <p:spPr>
          <a:xfrm>
            <a:off x="-1804250" y="2312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5568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0"/>
          <p:cNvSpPr/>
          <p:nvPr/>
        </p:nvSpPr>
        <p:spPr>
          <a:xfrm>
            <a:off x="7371600" y="-953075"/>
            <a:ext cx="2937600" cy="29376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0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101"/>
          <p:cNvSpPr/>
          <p:nvPr/>
        </p:nvSpPr>
        <p:spPr>
          <a:xfrm>
            <a:off x="-1351300" y="324345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1"/>
          <p:cNvSpPr/>
          <p:nvPr/>
        </p:nvSpPr>
        <p:spPr>
          <a:xfrm>
            <a:off x="5016900" y="2685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1"/>
          <p:cNvSpPr/>
          <p:nvPr/>
        </p:nvSpPr>
        <p:spPr>
          <a:xfrm>
            <a:off x="2211125" y="387100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1"/>
          <p:cNvSpPr/>
          <p:nvPr/>
        </p:nvSpPr>
        <p:spPr>
          <a:xfrm>
            <a:off x="3595625" y="3415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1"/>
          <p:cNvSpPr/>
          <p:nvPr/>
        </p:nvSpPr>
        <p:spPr>
          <a:xfrm>
            <a:off x="6410350" y="22717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5"/>
          <p:cNvSpPr txBox="1"/>
          <p:nvPr>
            <p:ph type="ctrTitle"/>
          </p:nvPr>
        </p:nvSpPr>
        <p:spPr>
          <a:xfrm>
            <a:off x="5137100" y="1271550"/>
            <a:ext cx="3156300" cy="1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07" name="Google Shape;207;p105"/>
          <p:cNvSpPr txBox="1"/>
          <p:nvPr>
            <p:ph idx="1" type="subTitle"/>
          </p:nvPr>
        </p:nvSpPr>
        <p:spPr>
          <a:xfrm>
            <a:off x="5137098" y="3557675"/>
            <a:ext cx="30054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8" name="Google Shape;208;p105"/>
          <p:cNvSpPr/>
          <p:nvPr>
            <p:ph idx="2" type="pic"/>
          </p:nvPr>
        </p:nvSpPr>
        <p:spPr>
          <a:xfrm>
            <a:off x="1850" y="-8000"/>
            <a:ext cx="4521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1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1" name="Google Shape;211;p106"/>
          <p:cNvSpPr/>
          <p:nvPr/>
        </p:nvSpPr>
        <p:spPr>
          <a:xfrm rot="-1674432">
            <a:off x="-995293" y="3564341"/>
            <a:ext cx="2697841" cy="2697841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6"/>
          <p:cNvSpPr/>
          <p:nvPr/>
        </p:nvSpPr>
        <p:spPr>
          <a:xfrm rot="-1674204">
            <a:off x="7853793" y="-1135948"/>
            <a:ext cx="3647575" cy="3647575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7"/>
          <p:cNvSpPr/>
          <p:nvPr/>
        </p:nvSpPr>
        <p:spPr>
          <a:xfrm>
            <a:off x="-1829650" y="3490800"/>
            <a:ext cx="3429300" cy="34293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7"/>
          <p:cNvSpPr/>
          <p:nvPr/>
        </p:nvSpPr>
        <p:spPr>
          <a:xfrm>
            <a:off x="6883950" y="-1816675"/>
            <a:ext cx="3932100" cy="39321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7"/>
          <p:cNvSpPr txBox="1"/>
          <p:nvPr>
            <p:ph type="title"/>
          </p:nvPr>
        </p:nvSpPr>
        <p:spPr>
          <a:xfrm>
            <a:off x="713225" y="430500"/>
            <a:ext cx="73326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7" name="Google Shape;217;p107"/>
          <p:cNvSpPr txBox="1"/>
          <p:nvPr>
            <p:ph idx="1" type="subTitle"/>
          </p:nvPr>
        </p:nvSpPr>
        <p:spPr>
          <a:xfrm>
            <a:off x="1374513" y="3148204"/>
            <a:ext cx="30897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8" name="Google Shape;218;p107"/>
          <p:cNvSpPr txBox="1"/>
          <p:nvPr>
            <p:ph idx="2" type="subTitle"/>
          </p:nvPr>
        </p:nvSpPr>
        <p:spPr>
          <a:xfrm>
            <a:off x="4679788" y="3148204"/>
            <a:ext cx="30897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9" name="Google Shape;219;p107"/>
          <p:cNvSpPr txBox="1"/>
          <p:nvPr>
            <p:ph idx="3" type="subTitle"/>
          </p:nvPr>
        </p:nvSpPr>
        <p:spPr>
          <a:xfrm>
            <a:off x="1374513" y="2466212"/>
            <a:ext cx="30897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0" name="Google Shape;220;p107"/>
          <p:cNvSpPr txBox="1"/>
          <p:nvPr>
            <p:ph idx="4" type="subTitle"/>
          </p:nvPr>
        </p:nvSpPr>
        <p:spPr>
          <a:xfrm>
            <a:off x="4679788" y="2466212"/>
            <a:ext cx="30897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Staatliches"/>
              <a:buNone/>
              <a:defRPr b="1" sz="2300"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1" name="Google Shape;221;p107"/>
          <p:cNvSpPr txBox="1"/>
          <p:nvPr>
            <p:ph idx="5" type="subTitle"/>
          </p:nvPr>
        </p:nvSpPr>
        <p:spPr>
          <a:xfrm>
            <a:off x="713225" y="1668375"/>
            <a:ext cx="77268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1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8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4" name="Google Shape;224;p108"/>
          <p:cNvSpPr/>
          <p:nvPr/>
        </p:nvSpPr>
        <p:spPr>
          <a:xfrm rot="-1674204">
            <a:off x="-1936632" y="2915427"/>
            <a:ext cx="3647575" cy="3647575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8"/>
          <p:cNvSpPr/>
          <p:nvPr/>
        </p:nvSpPr>
        <p:spPr>
          <a:xfrm rot="-1674432">
            <a:off x="7486507" y="-726234"/>
            <a:ext cx="2697841" cy="2697841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3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0"/>
          <p:cNvSpPr txBox="1"/>
          <p:nvPr>
            <p:ph type="title"/>
          </p:nvPr>
        </p:nvSpPr>
        <p:spPr>
          <a:xfrm>
            <a:off x="713225" y="431171"/>
            <a:ext cx="35904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8" name="Google Shape;228;p110"/>
          <p:cNvSpPr txBox="1"/>
          <p:nvPr>
            <p:ph idx="1" type="body"/>
          </p:nvPr>
        </p:nvSpPr>
        <p:spPr>
          <a:xfrm>
            <a:off x="716625" y="1758989"/>
            <a:ext cx="3499200" cy="2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pen Sans"/>
              <a:buChar char="●"/>
              <a:defRPr sz="14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29" name="Google Shape;229;p110"/>
          <p:cNvSpPr/>
          <p:nvPr/>
        </p:nvSpPr>
        <p:spPr>
          <a:xfrm>
            <a:off x="6945450" y="-1142362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0"/>
          <p:cNvSpPr/>
          <p:nvPr/>
        </p:nvSpPr>
        <p:spPr>
          <a:xfrm>
            <a:off x="495575" y="2471700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0"/>
          <p:cNvSpPr/>
          <p:nvPr>
            <p:ph idx="2" type="pic"/>
          </p:nvPr>
        </p:nvSpPr>
        <p:spPr>
          <a:xfrm>
            <a:off x="5511600" y="0"/>
            <a:ext cx="36324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13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4" name="Google Shape;234;p111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1"/>
          <p:cNvSpPr/>
          <p:nvPr/>
        </p:nvSpPr>
        <p:spPr>
          <a:xfrm>
            <a:off x="-2630800" y="278805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14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8" name="Google Shape;238;p112"/>
          <p:cNvSpPr/>
          <p:nvPr/>
        </p:nvSpPr>
        <p:spPr>
          <a:xfrm>
            <a:off x="6711175" y="-3964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2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1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3"/>
          <p:cNvSpPr txBox="1"/>
          <p:nvPr>
            <p:ph type="ctrTitle"/>
          </p:nvPr>
        </p:nvSpPr>
        <p:spPr>
          <a:xfrm>
            <a:off x="708625" y="341525"/>
            <a:ext cx="77268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" name="Google Shape;242;p113"/>
          <p:cNvSpPr/>
          <p:nvPr/>
        </p:nvSpPr>
        <p:spPr>
          <a:xfrm>
            <a:off x="6162175" y="-232045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3"/>
          <p:cNvSpPr/>
          <p:nvPr/>
        </p:nvSpPr>
        <p:spPr>
          <a:xfrm>
            <a:off x="3813525" y="-2072500"/>
            <a:ext cx="3348900" cy="33489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16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6" name="Google Shape;246;p114"/>
          <p:cNvSpPr/>
          <p:nvPr/>
        </p:nvSpPr>
        <p:spPr>
          <a:xfrm>
            <a:off x="6389050" y="2315750"/>
            <a:ext cx="4131300" cy="41313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4"/>
          <p:cNvSpPr/>
          <p:nvPr/>
        </p:nvSpPr>
        <p:spPr>
          <a:xfrm>
            <a:off x="-2188800" y="-6093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17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5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0" name="Google Shape;250;p115"/>
          <p:cNvSpPr/>
          <p:nvPr/>
        </p:nvSpPr>
        <p:spPr>
          <a:xfrm>
            <a:off x="6725375" y="-1738825"/>
            <a:ext cx="4131300" cy="41313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5"/>
          <p:cNvSpPr/>
          <p:nvPr/>
        </p:nvSpPr>
        <p:spPr>
          <a:xfrm>
            <a:off x="-2624025" y="2808375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6"/>
          <p:cNvSpPr/>
          <p:nvPr/>
        </p:nvSpPr>
        <p:spPr>
          <a:xfrm flipH="1">
            <a:off x="-574550" y="-567650"/>
            <a:ext cx="3685500" cy="36855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6"/>
          <p:cNvSpPr txBox="1"/>
          <p:nvPr>
            <p:ph type="title"/>
          </p:nvPr>
        </p:nvSpPr>
        <p:spPr>
          <a:xfrm>
            <a:off x="492325" y="1523825"/>
            <a:ext cx="4645200" cy="1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5" name="Google Shape;255;p116"/>
          <p:cNvSpPr txBox="1"/>
          <p:nvPr>
            <p:ph idx="2" type="title"/>
          </p:nvPr>
        </p:nvSpPr>
        <p:spPr>
          <a:xfrm>
            <a:off x="2576191" y="140559"/>
            <a:ext cx="2561400" cy="12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56" name="Google Shape;256;p116"/>
          <p:cNvSpPr txBox="1"/>
          <p:nvPr>
            <p:ph idx="1" type="subTitle"/>
          </p:nvPr>
        </p:nvSpPr>
        <p:spPr>
          <a:xfrm>
            <a:off x="713225" y="4166097"/>
            <a:ext cx="4284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7" name="Google Shape;257;p116"/>
          <p:cNvSpPr/>
          <p:nvPr>
            <p:ph idx="3" type="pic"/>
          </p:nvPr>
        </p:nvSpPr>
        <p:spPr>
          <a:xfrm>
            <a:off x="5459275" y="0"/>
            <a:ext cx="3684600" cy="516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18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7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" name="Google Shape;260;p117"/>
          <p:cNvSpPr/>
          <p:nvPr/>
        </p:nvSpPr>
        <p:spPr>
          <a:xfrm>
            <a:off x="6355200" y="1761850"/>
            <a:ext cx="4501500" cy="4501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7"/>
          <p:cNvSpPr/>
          <p:nvPr/>
        </p:nvSpPr>
        <p:spPr>
          <a:xfrm>
            <a:off x="-1318350" y="999500"/>
            <a:ext cx="2803800" cy="28038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9">
  <p:cSld name="TITLE_ONLY_19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9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119"/>
          <p:cNvSpPr/>
          <p:nvPr/>
        </p:nvSpPr>
        <p:spPr>
          <a:xfrm>
            <a:off x="7542150" y="-197070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9"/>
          <p:cNvSpPr/>
          <p:nvPr/>
        </p:nvSpPr>
        <p:spPr>
          <a:xfrm>
            <a:off x="-2201926" y="2021274"/>
            <a:ext cx="4310400" cy="43104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TITLE_AND_TWO_COLUMNS_1_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0"/>
          <p:cNvSpPr/>
          <p:nvPr/>
        </p:nvSpPr>
        <p:spPr>
          <a:xfrm>
            <a:off x="5291750" y="-2147175"/>
            <a:ext cx="4763700" cy="4763700"/>
          </a:xfrm>
          <a:prstGeom prst="ellipse">
            <a:avLst/>
          </a:prstGeom>
          <a:gradFill>
            <a:gsLst>
              <a:gs pos="0">
                <a:srgbClr val="4C9484">
                  <a:alpha val="2352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0"/>
          <p:cNvSpPr/>
          <p:nvPr/>
        </p:nvSpPr>
        <p:spPr>
          <a:xfrm>
            <a:off x="-654650" y="3297075"/>
            <a:ext cx="2555400" cy="25554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0"/>
          <p:cNvSpPr txBox="1"/>
          <p:nvPr>
            <p:ph idx="1" type="subTitle"/>
          </p:nvPr>
        </p:nvSpPr>
        <p:spPr>
          <a:xfrm>
            <a:off x="713223" y="2259725"/>
            <a:ext cx="299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0" name="Google Shape;270;p120"/>
          <p:cNvSpPr txBox="1"/>
          <p:nvPr>
            <p:ph type="title"/>
          </p:nvPr>
        </p:nvSpPr>
        <p:spPr>
          <a:xfrm>
            <a:off x="713214" y="1359001"/>
            <a:ext cx="24525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1" name="Google Shape;271;p120"/>
          <p:cNvSpPr txBox="1"/>
          <p:nvPr>
            <p:ph idx="2" type="subTitle"/>
          </p:nvPr>
        </p:nvSpPr>
        <p:spPr>
          <a:xfrm>
            <a:off x="713223" y="3714994"/>
            <a:ext cx="299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2" name="Google Shape;272;p120"/>
          <p:cNvSpPr txBox="1"/>
          <p:nvPr>
            <p:ph idx="3" type="title"/>
          </p:nvPr>
        </p:nvSpPr>
        <p:spPr>
          <a:xfrm>
            <a:off x="713214" y="2814267"/>
            <a:ext cx="24525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3" name="Google Shape;273;p120"/>
          <p:cNvSpPr txBox="1"/>
          <p:nvPr>
            <p:ph idx="4" type="subTitle"/>
          </p:nvPr>
        </p:nvSpPr>
        <p:spPr>
          <a:xfrm>
            <a:off x="4776251" y="3723593"/>
            <a:ext cx="299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4" name="Google Shape;274;p120"/>
          <p:cNvSpPr txBox="1"/>
          <p:nvPr>
            <p:ph idx="5" type="title"/>
          </p:nvPr>
        </p:nvSpPr>
        <p:spPr>
          <a:xfrm>
            <a:off x="4776253" y="2814266"/>
            <a:ext cx="24525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5" name="Google Shape;275;p120"/>
          <p:cNvSpPr txBox="1"/>
          <p:nvPr>
            <p:ph idx="6" type="subTitle"/>
          </p:nvPr>
        </p:nvSpPr>
        <p:spPr>
          <a:xfrm>
            <a:off x="4776251" y="2268325"/>
            <a:ext cx="299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6" name="Google Shape;276;p120"/>
          <p:cNvSpPr txBox="1"/>
          <p:nvPr>
            <p:ph idx="7" type="title"/>
          </p:nvPr>
        </p:nvSpPr>
        <p:spPr>
          <a:xfrm>
            <a:off x="4776253" y="1358998"/>
            <a:ext cx="24525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77" name="Google Shape;277;p120"/>
          <p:cNvSpPr txBox="1"/>
          <p:nvPr>
            <p:ph idx="8" type="title"/>
          </p:nvPr>
        </p:nvSpPr>
        <p:spPr>
          <a:xfrm>
            <a:off x="714850" y="338372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0">
  <p:cSld name="TITLE_ONLY_20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1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0" name="Google Shape;280;p121"/>
          <p:cNvSpPr/>
          <p:nvPr/>
        </p:nvSpPr>
        <p:spPr>
          <a:xfrm flipH="1">
            <a:off x="5259050" y="-21596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1">
  <p:cSld name="TITLE_ONLY_2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2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3" name="Google Shape;283;p122"/>
          <p:cNvSpPr/>
          <p:nvPr/>
        </p:nvSpPr>
        <p:spPr>
          <a:xfrm flipH="1">
            <a:off x="7546950" y="-368500"/>
            <a:ext cx="3685500" cy="36855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122"/>
          <p:cNvGrpSpPr/>
          <p:nvPr/>
        </p:nvGrpSpPr>
        <p:grpSpPr>
          <a:xfrm>
            <a:off x="3454600" y="1316050"/>
            <a:ext cx="4341725" cy="3619025"/>
            <a:chOff x="3454600" y="1316050"/>
            <a:chExt cx="4341725" cy="3619025"/>
          </a:xfrm>
        </p:grpSpPr>
        <p:sp>
          <p:nvSpPr>
            <p:cNvPr id="285" name="Google Shape;285;p122"/>
            <p:cNvSpPr/>
            <p:nvPr/>
          </p:nvSpPr>
          <p:spPr>
            <a:xfrm>
              <a:off x="3454600" y="1352850"/>
              <a:ext cx="2697900" cy="2697900"/>
            </a:xfrm>
            <a:prstGeom prst="ellipse">
              <a:avLst/>
            </a:prstGeom>
            <a:gradFill>
              <a:gsLst>
                <a:gs pos="0">
                  <a:srgbClr val="44D4B4">
                    <a:alpha val="31764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" name="Google Shape;286;p122"/>
            <p:cNvGrpSpPr/>
            <p:nvPr/>
          </p:nvGrpSpPr>
          <p:grpSpPr>
            <a:xfrm>
              <a:off x="4561575" y="1316050"/>
              <a:ext cx="3234750" cy="3619025"/>
              <a:chOff x="4561575" y="1316050"/>
              <a:chExt cx="3234750" cy="3619025"/>
            </a:xfrm>
          </p:grpSpPr>
          <p:sp>
            <p:nvSpPr>
              <p:cNvPr id="287" name="Google Shape;287;p122"/>
              <p:cNvSpPr/>
              <p:nvPr/>
            </p:nvSpPr>
            <p:spPr>
              <a:xfrm>
                <a:off x="4561575" y="1316050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1764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22"/>
              <p:cNvSpPr/>
              <p:nvPr/>
            </p:nvSpPr>
            <p:spPr>
              <a:xfrm>
                <a:off x="5098425" y="2237175"/>
                <a:ext cx="2697900" cy="2697900"/>
              </a:xfrm>
              <a:prstGeom prst="ellipse">
                <a:avLst/>
              </a:prstGeom>
              <a:gradFill>
                <a:gsLst>
                  <a:gs pos="0">
                    <a:srgbClr val="44D4B4">
                      <a:alpha val="31764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3">
  <p:cSld name="TITLE_ONLY_23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4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1" name="Google Shape;291;p124"/>
          <p:cNvSpPr/>
          <p:nvPr/>
        </p:nvSpPr>
        <p:spPr>
          <a:xfrm>
            <a:off x="-1830200" y="2875437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4"/>
          <p:cNvSpPr/>
          <p:nvPr/>
        </p:nvSpPr>
        <p:spPr>
          <a:xfrm>
            <a:off x="6732524" y="-925389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5"/>
          <p:cNvSpPr/>
          <p:nvPr/>
        </p:nvSpPr>
        <p:spPr>
          <a:xfrm>
            <a:off x="641375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5"/>
          <p:cNvSpPr/>
          <p:nvPr/>
        </p:nvSpPr>
        <p:spPr>
          <a:xfrm>
            <a:off x="322308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5"/>
          <p:cNvSpPr/>
          <p:nvPr/>
        </p:nvSpPr>
        <p:spPr>
          <a:xfrm>
            <a:off x="5845338" y="2514725"/>
            <a:ext cx="2697900" cy="2697900"/>
          </a:xfrm>
          <a:prstGeom prst="ellipse">
            <a:avLst/>
          </a:prstGeom>
          <a:gradFill>
            <a:gsLst>
              <a:gs pos="0">
                <a:srgbClr val="44D4B4">
                  <a:alpha val="3176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5"/>
          <p:cNvSpPr txBox="1"/>
          <p:nvPr>
            <p:ph idx="1" type="subTitle"/>
          </p:nvPr>
        </p:nvSpPr>
        <p:spPr>
          <a:xfrm>
            <a:off x="724725" y="2397394"/>
            <a:ext cx="2450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8" name="Google Shape;298;p125"/>
          <p:cNvSpPr txBox="1"/>
          <p:nvPr>
            <p:ph type="title"/>
          </p:nvPr>
        </p:nvSpPr>
        <p:spPr>
          <a:xfrm>
            <a:off x="724725" y="3389357"/>
            <a:ext cx="245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9" name="Google Shape;299;p125"/>
          <p:cNvSpPr txBox="1"/>
          <p:nvPr>
            <p:ph idx="2" type="subTitle"/>
          </p:nvPr>
        </p:nvSpPr>
        <p:spPr>
          <a:xfrm>
            <a:off x="3346988" y="2397375"/>
            <a:ext cx="2450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0" name="Google Shape;300;p125"/>
          <p:cNvSpPr txBox="1"/>
          <p:nvPr>
            <p:ph idx="3" type="title"/>
          </p:nvPr>
        </p:nvSpPr>
        <p:spPr>
          <a:xfrm>
            <a:off x="3346989" y="3389354"/>
            <a:ext cx="245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1" name="Google Shape;301;p125"/>
          <p:cNvSpPr txBox="1"/>
          <p:nvPr>
            <p:ph idx="4" type="subTitle"/>
          </p:nvPr>
        </p:nvSpPr>
        <p:spPr>
          <a:xfrm>
            <a:off x="5969251" y="2397381"/>
            <a:ext cx="2450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2" name="Google Shape;302;p125"/>
          <p:cNvSpPr txBox="1"/>
          <p:nvPr>
            <p:ph idx="5" type="title"/>
          </p:nvPr>
        </p:nvSpPr>
        <p:spPr>
          <a:xfrm>
            <a:off x="5969252" y="3389368"/>
            <a:ext cx="245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03" name="Google Shape;303;p125"/>
          <p:cNvSpPr txBox="1"/>
          <p:nvPr>
            <p:ph idx="6" type="subTitle"/>
          </p:nvPr>
        </p:nvSpPr>
        <p:spPr>
          <a:xfrm>
            <a:off x="899825" y="1494385"/>
            <a:ext cx="2099700" cy="571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4" name="Google Shape;304;p125"/>
          <p:cNvSpPr txBox="1"/>
          <p:nvPr>
            <p:ph idx="7" type="subTitle"/>
          </p:nvPr>
        </p:nvSpPr>
        <p:spPr>
          <a:xfrm>
            <a:off x="3522097" y="1493353"/>
            <a:ext cx="2099700" cy="571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5" name="Google Shape;305;p125"/>
          <p:cNvSpPr txBox="1"/>
          <p:nvPr>
            <p:ph idx="8" type="subTitle"/>
          </p:nvPr>
        </p:nvSpPr>
        <p:spPr>
          <a:xfrm>
            <a:off x="6144368" y="1493353"/>
            <a:ext cx="2099700" cy="571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3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6" name="Google Shape;306;p125"/>
          <p:cNvSpPr txBox="1"/>
          <p:nvPr>
            <p:ph idx="9" type="title"/>
          </p:nvPr>
        </p:nvSpPr>
        <p:spPr>
          <a:xfrm>
            <a:off x="714850" y="342804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4">
  <p:cSld name="TITLE_ONLY_24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6"/>
          <p:cNvSpPr txBox="1"/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126"/>
          <p:cNvSpPr/>
          <p:nvPr/>
        </p:nvSpPr>
        <p:spPr>
          <a:xfrm>
            <a:off x="7085500" y="4071275"/>
            <a:ext cx="2996400" cy="29964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6"/>
          <p:cNvSpPr/>
          <p:nvPr/>
        </p:nvSpPr>
        <p:spPr>
          <a:xfrm>
            <a:off x="6295425" y="-2639625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5_1_2_1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8"/>
          <p:cNvSpPr/>
          <p:nvPr/>
        </p:nvSpPr>
        <p:spPr>
          <a:xfrm>
            <a:off x="7238400" y="3008750"/>
            <a:ext cx="3545700" cy="3545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8"/>
          <p:cNvSpPr txBox="1"/>
          <p:nvPr>
            <p:ph type="ctrTitle"/>
          </p:nvPr>
        </p:nvSpPr>
        <p:spPr>
          <a:xfrm>
            <a:off x="722400" y="343387"/>
            <a:ext cx="7699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128"/>
          <p:cNvSpPr txBox="1"/>
          <p:nvPr>
            <p:ph idx="1" type="subTitle"/>
          </p:nvPr>
        </p:nvSpPr>
        <p:spPr>
          <a:xfrm>
            <a:off x="1959413" y="3592775"/>
            <a:ext cx="20829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5" name="Google Shape;315;p128"/>
          <p:cNvSpPr txBox="1"/>
          <p:nvPr>
            <p:ph idx="2" type="subTitle"/>
          </p:nvPr>
        </p:nvSpPr>
        <p:spPr>
          <a:xfrm>
            <a:off x="5101675" y="3592774"/>
            <a:ext cx="20829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6" name="Google Shape;316;p128"/>
          <p:cNvSpPr txBox="1"/>
          <p:nvPr>
            <p:ph idx="3" type="ctrTitle"/>
          </p:nvPr>
        </p:nvSpPr>
        <p:spPr>
          <a:xfrm>
            <a:off x="1959413" y="3171358"/>
            <a:ext cx="208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7" name="Google Shape;317;p128"/>
          <p:cNvSpPr txBox="1"/>
          <p:nvPr>
            <p:ph idx="4" type="ctrTitle"/>
          </p:nvPr>
        </p:nvSpPr>
        <p:spPr>
          <a:xfrm>
            <a:off x="5101694" y="3171358"/>
            <a:ext cx="208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Fira Sans Condensed Medium"/>
              <a:buNone/>
              <a:defRPr sz="1600"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9"/>
          <p:cNvSpPr txBox="1"/>
          <p:nvPr>
            <p:ph type="ctrTitle"/>
          </p:nvPr>
        </p:nvSpPr>
        <p:spPr>
          <a:xfrm>
            <a:off x="722400" y="1582358"/>
            <a:ext cx="3239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129"/>
          <p:cNvSpPr txBox="1"/>
          <p:nvPr>
            <p:ph idx="1" type="subTitle"/>
          </p:nvPr>
        </p:nvSpPr>
        <p:spPr>
          <a:xfrm>
            <a:off x="722400" y="2413899"/>
            <a:ext cx="29784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1" name="Google Shape;321;p129"/>
          <p:cNvSpPr/>
          <p:nvPr/>
        </p:nvSpPr>
        <p:spPr>
          <a:xfrm>
            <a:off x="4606150" y="934625"/>
            <a:ext cx="4763700" cy="4763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9"/>
          <p:cNvSpPr/>
          <p:nvPr/>
        </p:nvSpPr>
        <p:spPr>
          <a:xfrm flipH="1">
            <a:off x="3345575" y="-369787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_1_2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0"/>
          <p:cNvSpPr txBox="1"/>
          <p:nvPr>
            <p:ph type="ctrTitle"/>
          </p:nvPr>
        </p:nvSpPr>
        <p:spPr>
          <a:xfrm>
            <a:off x="5441925" y="1582350"/>
            <a:ext cx="29808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5" name="Google Shape;325;p130"/>
          <p:cNvSpPr txBox="1"/>
          <p:nvPr>
            <p:ph idx="1" type="subTitle"/>
          </p:nvPr>
        </p:nvSpPr>
        <p:spPr>
          <a:xfrm>
            <a:off x="5449975" y="2389688"/>
            <a:ext cx="29808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6" name="Google Shape;326;p130"/>
          <p:cNvSpPr/>
          <p:nvPr/>
        </p:nvSpPr>
        <p:spPr>
          <a:xfrm>
            <a:off x="-346800" y="950000"/>
            <a:ext cx="4763700" cy="47637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0"/>
          <p:cNvSpPr/>
          <p:nvPr/>
        </p:nvSpPr>
        <p:spPr>
          <a:xfrm flipH="1">
            <a:off x="-1250150" y="2784725"/>
            <a:ext cx="3647700" cy="36477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3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2"/>
          <p:cNvSpPr txBox="1"/>
          <p:nvPr>
            <p:ph type="title"/>
          </p:nvPr>
        </p:nvSpPr>
        <p:spPr>
          <a:xfrm>
            <a:off x="714850" y="339811"/>
            <a:ext cx="77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0" name="Google Shape;330;p132"/>
          <p:cNvSpPr txBox="1"/>
          <p:nvPr>
            <p:ph idx="1" type="subTitle"/>
          </p:nvPr>
        </p:nvSpPr>
        <p:spPr>
          <a:xfrm>
            <a:off x="714850" y="2026031"/>
            <a:ext cx="3869400" cy="2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200">
                <a:solidFill>
                  <a:schemeClr val="hlink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1" name="Google Shape;331;p132"/>
          <p:cNvSpPr txBox="1"/>
          <p:nvPr>
            <p:ph idx="2" type="subTitle"/>
          </p:nvPr>
        </p:nvSpPr>
        <p:spPr>
          <a:xfrm>
            <a:off x="714850" y="1481820"/>
            <a:ext cx="38694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b="1" sz="22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132"/>
          <p:cNvSpPr txBox="1"/>
          <p:nvPr>
            <p:ph idx="3" type="subTitle"/>
          </p:nvPr>
        </p:nvSpPr>
        <p:spPr>
          <a:xfrm>
            <a:off x="714825" y="1044100"/>
            <a:ext cx="77142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3" name="Google Shape;333;p132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2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8"/>
          <p:cNvSpPr txBox="1"/>
          <p:nvPr>
            <p:ph type="ctrTitle"/>
          </p:nvPr>
        </p:nvSpPr>
        <p:spPr>
          <a:xfrm>
            <a:off x="713225" y="1395931"/>
            <a:ext cx="52269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7" name="Google Shape;337;p138"/>
          <p:cNvSpPr txBox="1"/>
          <p:nvPr>
            <p:ph idx="1" type="subTitle"/>
          </p:nvPr>
        </p:nvSpPr>
        <p:spPr>
          <a:xfrm>
            <a:off x="713225" y="2719014"/>
            <a:ext cx="42720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38" name="Google Shape;338;p138"/>
          <p:cNvSpPr/>
          <p:nvPr/>
        </p:nvSpPr>
        <p:spPr>
          <a:xfrm>
            <a:off x="3803575" y="843650"/>
            <a:ext cx="4516200" cy="45162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8"/>
          <p:cNvSpPr/>
          <p:nvPr/>
        </p:nvSpPr>
        <p:spPr>
          <a:xfrm>
            <a:off x="2783524" y="-991326"/>
            <a:ext cx="4310400" cy="43104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BODY_1_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0"/>
          <p:cNvSpPr/>
          <p:nvPr/>
        </p:nvSpPr>
        <p:spPr>
          <a:xfrm flipH="1">
            <a:off x="-2160100" y="-2775592"/>
            <a:ext cx="5930400" cy="5930400"/>
          </a:xfrm>
          <a:prstGeom prst="ellipse">
            <a:avLst/>
          </a:prstGeom>
          <a:gradFill>
            <a:gsLst>
              <a:gs pos="0">
                <a:srgbClr val="93E6D3">
                  <a:alpha val="7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0"/>
          <p:cNvSpPr/>
          <p:nvPr/>
        </p:nvSpPr>
        <p:spPr>
          <a:xfrm>
            <a:off x="324775" y="-845100"/>
            <a:ext cx="4516500" cy="45165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AND_TWO_COLUMNS_1_4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1"/>
          <p:cNvSpPr/>
          <p:nvPr/>
        </p:nvSpPr>
        <p:spPr>
          <a:xfrm flipH="1">
            <a:off x="5358100" y="297774"/>
            <a:ext cx="3271800" cy="3271800"/>
          </a:xfrm>
          <a:prstGeom prst="ellipse">
            <a:avLst/>
          </a:prstGeom>
          <a:gradFill>
            <a:gsLst>
              <a:gs pos="0">
                <a:srgbClr val="44D4B4">
                  <a:alpha val="14901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1"/>
          <p:cNvSpPr/>
          <p:nvPr/>
        </p:nvSpPr>
        <p:spPr>
          <a:xfrm>
            <a:off x="5522900" y="-2706825"/>
            <a:ext cx="6145200" cy="6145200"/>
          </a:xfrm>
          <a:prstGeom prst="ellipse">
            <a:avLst/>
          </a:prstGeom>
          <a:gradFill>
            <a:gsLst>
              <a:gs pos="0">
                <a:srgbClr val="B8B9C0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1"/>
          <p:cNvSpPr/>
          <p:nvPr/>
        </p:nvSpPr>
        <p:spPr>
          <a:xfrm>
            <a:off x="-972575" y="3098475"/>
            <a:ext cx="3170400" cy="3170400"/>
          </a:xfrm>
          <a:prstGeom prst="ellipse">
            <a:avLst/>
          </a:prstGeom>
          <a:gradFill>
            <a:gsLst>
              <a:gs pos="0">
                <a:srgbClr val="B8B9C0">
                  <a:alpha val="8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0"/>
          <p:cNvSpPr txBox="1"/>
          <p:nvPr>
            <p:ph type="title"/>
          </p:nvPr>
        </p:nvSpPr>
        <p:spPr>
          <a:xfrm>
            <a:off x="713225" y="33875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b="1" i="0" sz="3600" u="none" cap="none" strike="noStrik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7" name="Google Shape;7;p80"/>
          <p:cNvSpPr txBox="1"/>
          <p:nvPr>
            <p:ph idx="1" type="body"/>
          </p:nvPr>
        </p:nvSpPr>
        <p:spPr>
          <a:xfrm>
            <a:off x="713225" y="115246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delabie.tech/fr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"/>
          <p:cNvSpPr txBox="1"/>
          <p:nvPr>
            <p:ph type="ctrTitle"/>
          </p:nvPr>
        </p:nvSpPr>
        <p:spPr>
          <a:xfrm>
            <a:off x="713225" y="495625"/>
            <a:ext cx="7504500" cy="29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000">
                <a:solidFill>
                  <a:schemeClr val="lt1"/>
                </a:solidFill>
              </a:rPr>
              <a:t>Puls-Events RAG</a:t>
            </a:r>
            <a:r>
              <a:rPr lang="en" sz="6000"/>
              <a:t> </a:t>
            </a:r>
            <a:endParaRPr sz="6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Assistant intelligent pour les événements culturels alpins</a:t>
            </a:r>
            <a:endParaRPr sz="44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/>
              <a:t>POC de RAG - Avec chatbot de démo</a:t>
            </a:r>
            <a:endParaRPr sz="3000"/>
          </a:p>
        </p:txBody>
      </p:sp>
      <p:sp>
        <p:nvSpPr>
          <p:cNvPr id="353" name="Google Shape;353;p1"/>
          <p:cNvSpPr txBox="1"/>
          <p:nvPr>
            <p:ph idx="1" type="subTitle"/>
          </p:nvPr>
        </p:nvSpPr>
        <p:spPr>
          <a:xfrm>
            <a:off x="713225" y="4010175"/>
            <a:ext cx="8132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Ghislain Delabie		Projet n°7 - OpenClassrooms Ingénieur IA			Février 2026</a:t>
            </a:r>
            <a:endParaRPr/>
          </a:p>
        </p:txBody>
      </p:sp>
      <p:cxnSp>
        <p:nvCxnSpPr>
          <p:cNvPr id="354" name="Google Shape;354;p1"/>
          <p:cNvCxnSpPr/>
          <p:nvPr/>
        </p:nvCxnSpPr>
        <p:spPr>
          <a:xfrm>
            <a:off x="725275" y="3941474"/>
            <a:ext cx="8426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Le défi de la découverte d’événements culturels</a:t>
            </a:r>
            <a:endParaRPr sz="3200"/>
          </a:p>
        </p:txBody>
      </p:sp>
      <p:sp>
        <p:nvSpPr>
          <p:cNvPr id="360" name="Google Shape;360;p2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Contexte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1" name="Google Shape;361;p2"/>
          <p:cNvCxnSpPr>
            <a:stCxn id="360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Puls-Events — plateforme de recommandations culturelles personnalisées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Problème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fragmentée sur plusieurs plateformes, recherche par mots-clés insuffisante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utilisateurs ne trouvent pas les événements qui correspondent à leurs envies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proposée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chatbot intelligent capable de répondre en langage naturel aux questions des utilisateurs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Périmètre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Savoie (73), Haute-Savoie (74), Isère (38) — source OpenAgenda (~10 000 événements)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RAG — Retrieval-Augmented Generation</a:t>
            </a:r>
            <a:endParaRPr sz="3200"/>
          </a:p>
        </p:txBody>
      </p:sp>
      <p:sp>
        <p:nvSpPr>
          <p:cNvPr id="368" name="Google Shape;368;p3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Contexte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9" name="Google Shape;369;p3"/>
          <p:cNvCxnSpPr>
            <a:stCxn id="368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3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Problème des LLM seuls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Hallucinations, données non vérifiées, pas de source citable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RAG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Combiner recherche dans une base de données vérifiée + génération par LLM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étapes clés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Retrieval (recherche dans la base)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Augmentation (enrichissement du contexte)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Generation (réponse en langage naturel)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Avantage clé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Réponses fondées sur des données réelles, avec sources traçables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Architecture du système</a:t>
            </a:r>
            <a:endParaRPr sz="3200"/>
          </a:p>
        </p:txBody>
      </p:sp>
      <p:sp>
        <p:nvSpPr>
          <p:cNvPr id="376" name="Google Shape;376;p4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7" name="Google Shape;377;p4"/>
          <p:cNvCxnSpPr>
            <a:stCxn id="376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8" name="Google Shape;378;p4" title="Capture d’écran 2026-02-06 à 17.41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6077"/>
            <a:ext cx="9144003" cy="35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Pipeline de données</a:t>
            </a:r>
            <a:endParaRPr sz="3200"/>
          </a:p>
        </p:txBody>
      </p:sp>
      <p:sp>
        <p:nvSpPr>
          <p:cNvPr id="384" name="Google Shape;384;p5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Données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5" name="Google Shape;385;p5"/>
          <p:cNvCxnSpPr>
            <a:stCxn id="384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5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OpenAgenda via OpenDataSoft API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Filtrage API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Seuls les 3 départements cibles téléchargés (~3 MB au lieu de ~72 MB)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Événements depuis 2023 uniquement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~10 648 événements indexés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Stratégie de chunking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événement = 1 document (cohérence sémantique, métadonnées préservées)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Métadonnées structurées (v1.2.0)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Dates ISO, ville, département, catégorie, URL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3 méthodes RAG — du simple au sophistiqué</a:t>
            </a:r>
            <a:endParaRPr sz="3200"/>
          </a:p>
        </p:txBody>
      </p:sp>
      <p:sp>
        <p:nvSpPr>
          <p:cNvPr id="392" name="Google Shape;392;p6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Méthodes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3" name="Google Shape;393;p6"/>
          <p:cNvCxnSpPr>
            <a:stCxn id="392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6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 (similarité vectorielle) — ~1-2s — Requêtes standard — 0% échec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 + BM25 + fusion RRF — ~2s — Noms propres, mots-clés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+ Query Analysis + FlashRank — ~3-4s — Requêtes complexes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 clé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3 méthodes ont le même taux PASS (66.7%) mais des profils différents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: le plus robuste (0% failure) | Advanced : le plus précis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méthodes ont été adaptées dans la dernière version =&gt; un update des évaluations est nécessaire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y a beaucoup de potentiel d’amélioration via les prompts de chaque méthode RAG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625b21031_0_1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3 méthodes RAG — du simple au sophistiqué</a:t>
            </a:r>
            <a:endParaRPr sz="3200"/>
          </a:p>
        </p:txBody>
      </p:sp>
      <p:sp>
        <p:nvSpPr>
          <p:cNvPr id="400" name="Google Shape;400;g3c625b21031_0_1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Méthodes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1" name="Google Shape;401;g3c625b21031_0_1"/>
          <p:cNvCxnSpPr>
            <a:stCxn id="400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2" name="Google Shape;402;g3c625b21031_0_1" title="Capture d’écran 2026-02-06 à 17.45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5" y="1128325"/>
            <a:ext cx="8839204" cy="3366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Gestion du temps — “Ce weekend à Annecy ?”</a:t>
            </a:r>
            <a:endParaRPr sz="3200"/>
          </a:p>
        </p:txBody>
      </p:sp>
      <p:sp>
        <p:nvSpPr>
          <p:cNvPr id="408" name="Google Shape;408;p7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Temporel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9" name="Google Shape;409;p7"/>
          <p:cNvCxnSpPr>
            <a:stCxn id="408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7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Problème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Sans conscience temporelle, le système retourne des événements passés mélangés avec les futurs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en 6 fonctionnalités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Dates ISO dans les métadonnées (parsing automatique)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Date de référence via API (reference_date)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Pipeline manuel : retrieve → filter → rerank → generate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Filtre événements passés : exclusion automatique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Reranking de proximité : décroissance exponentielle (demi-vie = 14 jours)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Analyse temporelle (advanced) : extraction de fenêtre par le LLM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API REST FastAPI + Docker</a:t>
            </a:r>
            <a:endParaRPr sz="3200"/>
          </a:p>
        </p:txBody>
      </p:sp>
      <p:sp>
        <p:nvSpPr>
          <p:cNvPr id="416" name="Google Shape;416;p8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Déploiement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7" name="Google Shape;417;p8"/>
          <p:cNvCxnSpPr>
            <a:stCxn id="416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8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endpoints : /health, /api/v1/ask, /api/v1/rag/info, /api/v1/rebuild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Documentation Swagger automatique (/docs)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Pydantic (types, contraintes, erreurs explicites)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web de chat intégrée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et CI/CD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 multi-stage (image optimisée : 1.45 GB)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docker-compose pour déploiement local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Auto-rebuild de l’index au premier démarrage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GitHub Actions : Test → Build → Push → Deploy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Serveur Hetzner Cloud (production)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Démo — Le système en action</a:t>
            </a:r>
            <a:endParaRPr sz="3200"/>
          </a:p>
        </p:txBody>
      </p:sp>
      <p:sp>
        <p:nvSpPr>
          <p:cNvPr id="424" name="Google Shape;424;p9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5" name="Google Shape;425;p9"/>
          <p:cNvCxnSpPr>
            <a:stCxn id="424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Scénario 1 (Basic)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: “Quels concerts à Annecy ?” — Réponse avec sources et timing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Scénario 2 (Hybrid + Temporel)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: “Que faire ce weekend à Chambéry ?” — Filtrage temporel en action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Scénario 3 (Advanced + Off-topic)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: “Comment faire une tarte aux pommes ?” — Détection hors-sujet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[PLACEHOLDER : Captures d’écran des 3 scénarios de démo]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Évaluation LLM-as-Judge</a:t>
            </a:r>
            <a:endParaRPr sz="3200"/>
          </a:p>
        </p:txBody>
      </p:sp>
      <p:sp>
        <p:nvSpPr>
          <p:cNvPr id="432" name="Google Shape;432;p10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Évaluation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33" name="Google Shape;433;p10"/>
          <p:cNvCxnSpPr>
            <a:stCxn id="432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0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Méthodologie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 questions annotées (factual, complex, off-topic, vague, temporal)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LLM-as-Judge : mistral-large évalue les réponses de mistral-small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Rubrique : PASS / PARTIAL / FAIL (équivalence sémantique)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Chain-of-Thought : le juge explique son raisonnement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: 66.7% PASS | 33.3% PARTIAL | 0.0% FAIL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: 66.7% PASS | 16.7% PARTIAL | 16.7% FAIL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: 66.7% PASS | 11.1% PARTIAL | 16.7% FAIL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 clés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Requêtes factuelles : 93% PASS (excellent)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Off-topic : 44% FAIL (faiblesse connue)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145 tests — Qualité et fiabilité</a:t>
            </a:r>
            <a:endParaRPr sz="3200"/>
          </a:p>
        </p:txBody>
      </p:sp>
      <p:sp>
        <p:nvSpPr>
          <p:cNvPr id="440" name="Google Shape;440;p11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Qualité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41" name="Google Shape;441;p11"/>
          <p:cNvCxnSpPr>
            <a:stCxn id="440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1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Répartition des tests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74 tests d’indexation (FAISS, dates ISO, filtrage temporel, reranking)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 tests API (endpoints, validation, erreurs, reference_date)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 tests retriever (basic, hybrid, advanced, edge cases)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tests d’intégration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Approche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Test-Driven Development (TDD)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FakeEmbeddings pour tests unitaires rapides (pas d’appel API)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Mocks stratégiques pour isolation des composants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: tests exécutés automatiquement à chaque push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Stack technique — Pourquoi ces choix ?</a:t>
            </a:r>
            <a:endParaRPr sz="3200"/>
          </a:p>
        </p:txBody>
      </p:sp>
      <p:sp>
        <p:nvSpPr>
          <p:cNvPr id="448" name="Google Shape;448;p12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Stack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49" name="Google Shape;449;p12"/>
          <p:cNvCxnSpPr>
            <a:stCxn id="448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12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Mistral API — Européen (RGPD), bon français, coût raisonnable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mistral-embed (1024 dim) — Intégration native, qualité compétitive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Store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FAISS (IndexFlatL2) — Recherche exacte, CPU-only, suffisant pour ~10k docs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Retrieval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BM25 (rank_bm25) — Complémente la recherche sémantique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Reranking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FlashRank — Cross-encoder léger, améliore la précision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— Docs automatiques, validation Pydantic, async-ready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Orchestration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 — Abstractions RAG, écosystème riche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Conteneurisation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— Reproductibilité, déploiement simplifié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Prochaines étapes</a:t>
            </a:r>
            <a:endParaRPr sz="3200"/>
          </a:p>
        </p:txBody>
      </p:sp>
      <p:sp>
        <p:nvSpPr>
          <p:cNvPr id="456" name="Google Shape;456;p14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Perspectives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57" name="Google Shape;457;p14"/>
          <p:cNvCxnSpPr>
            <a:stCxn id="456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14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Haute priorité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Améliorer la détection off-topic — RAG Advanced avec prompt engineering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Authentification API — JWT pour accès public sécurisé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Migration vers Chroma — Pré-filtrage natif par métadonnées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Moyenne priorité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multilingue — Anglais et italien (région alpine)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utilisateur — Thumbs up/down pour enrichir l’évaluation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Mémoire conversationnelle — Conversations multi-tours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Modifier les méthodes d’indexation dans FAISS pour une base beaucoup plus large en production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Basse priorité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Métriques RAGAS — Faithfulness, relevancy automatisées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Cache Redis — Optimisation des requêtes fréquentes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Bilan et recommandations</a:t>
            </a:r>
            <a:endParaRPr sz="3200"/>
          </a:p>
        </p:txBody>
      </p:sp>
      <p:sp>
        <p:nvSpPr>
          <p:cNvPr id="464" name="Google Shape;464;p15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65" name="Google Shape;465;p15"/>
          <p:cNvCxnSpPr>
            <a:stCxn id="464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15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Réalisations clés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méthodes RAG fonctionnelles (Basic, Hybrid, Advanced)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Intelligence temporelle complète (v1.2.0)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 production-ready (FastAPI, Docker, CI/CD)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145 tests unitaires (100% passing)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 questions d’évaluation annotées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Déploiement automatisé (GitHub Actions → Hetzner)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Recommandation pour Puls-Events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Déployer avec la méthode Hybrid (meilleur équilibre qualité/vitesse) de base, et la méthode Advanced pour des requ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êtes complexes / suspectes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Ajouter l’authentification pour un accès public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Mettre à jour le dataset régulièrement via /rebuild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POC démontre la faisabilité technique, la pertinence métier et la performance d’un système RAG pour les recommandations culturelles.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 txBox="1"/>
          <p:nvPr>
            <p:ph type="title"/>
          </p:nvPr>
        </p:nvSpPr>
        <p:spPr>
          <a:xfrm>
            <a:off x="713225" y="343445"/>
            <a:ext cx="49710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Merci !</a:t>
            </a:r>
            <a:endParaRPr/>
          </a:p>
        </p:txBody>
      </p:sp>
      <p:sp>
        <p:nvSpPr>
          <p:cNvPr id="472" name="Google Shape;472;p16"/>
          <p:cNvSpPr txBox="1"/>
          <p:nvPr>
            <p:ph idx="1" type="subTitle"/>
          </p:nvPr>
        </p:nvSpPr>
        <p:spPr>
          <a:xfrm>
            <a:off x="713225" y="1451273"/>
            <a:ext cx="44061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/>
              <a:t>Ghislain Delabie - Ingénieur IA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www.delabie.tech</a:t>
            </a:r>
            <a:endParaRPr/>
          </a:p>
        </p:txBody>
      </p:sp>
      <p:cxnSp>
        <p:nvCxnSpPr>
          <p:cNvPr id="473" name="Google Shape;473;p16"/>
          <p:cNvCxnSpPr/>
          <p:nvPr/>
        </p:nvCxnSpPr>
        <p:spPr>
          <a:xfrm>
            <a:off x="838450" y="1609825"/>
            <a:ext cx="831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Backup — Reciprocal Rank Fusion (RRF)</a:t>
            </a:r>
            <a:endParaRPr sz="3200"/>
          </a:p>
        </p:txBody>
      </p:sp>
      <p:sp>
        <p:nvSpPr>
          <p:cNvPr id="479" name="Google Shape;479;p17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Backup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80" name="Google Shape;480;p17"/>
          <p:cNvCxnSpPr>
            <a:stCxn id="479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17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RRF_score(d) = ∑(1 / (k + rank_i(d))), k=60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Avantage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sans paramètres, pas de pondération à tuner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7"/>
          <p:cNvCxnSpPr>
            <a:stCxn id="479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Backup — Formule de reranking temporel</a:t>
            </a:r>
            <a:endParaRPr sz="3200"/>
          </a:p>
        </p:txBody>
      </p:sp>
      <p:sp>
        <p:nvSpPr>
          <p:cNvPr id="488" name="Google Shape;488;p18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Backup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89" name="Google Shape;489;p18"/>
          <p:cNvCxnSpPr>
            <a:stCxn id="488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8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Formule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= 0.5^(|jours_distance| / 14)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Exemples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Événement demain : score ≈ 0.95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Événement dans 2 semaines : score = 0.50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Événement dans 1 mois : score ≈ 0.25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18"/>
          <p:cNvCxnSpPr>
            <a:stCxn id="488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/>
          <p:nvPr>
            <p:ph type="title"/>
          </p:nvPr>
        </p:nvSpPr>
        <p:spPr>
          <a:xfrm>
            <a:off x="712350" y="65000"/>
            <a:ext cx="667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Backup — Confidentialité et coûts</a:t>
            </a:r>
            <a:endParaRPr sz="3200"/>
          </a:p>
        </p:txBody>
      </p:sp>
      <p:sp>
        <p:nvSpPr>
          <p:cNvPr id="497" name="Google Shape;497;p19"/>
          <p:cNvSpPr txBox="1"/>
          <p:nvPr/>
        </p:nvSpPr>
        <p:spPr>
          <a:xfrm>
            <a:off x="4923175" y="256175"/>
            <a:ext cx="32694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Backup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98" name="Google Shape;498;p19"/>
          <p:cNvCxnSpPr>
            <a:stCxn id="497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9"/>
          <p:cNvSpPr txBox="1"/>
          <p:nvPr>
            <p:ph idx="1" type="subTitle"/>
          </p:nvPr>
        </p:nvSpPr>
        <p:spPr>
          <a:xfrm>
            <a:off x="140327" y="1189654"/>
            <a:ext cx="89100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Confidentialité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stateless : aucun stockage de requêtes/réponses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 de base de données — uniquement index FAISS (données publiques)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Appels Mistral API : requête envoyée pour embedding/génération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Coûts 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Mistral API : ~€0.002 par requête (embedding + generation)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Hetzner VPS : ~€5/mois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: &lt; €10/mois pour trafic POC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p19"/>
          <p:cNvCxnSpPr>
            <a:stCxn id="497" idx="3"/>
          </p:cNvCxnSpPr>
          <p:nvPr/>
        </p:nvCxnSpPr>
        <p:spPr>
          <a:xfrm>
            <a:off x="8192575" y="430025"/>
            <a:ext cx="96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Toolkit by Slidesgo">
  <a:themeElements>
    <a:clrScheme name="Simple Light">
      <a:dk1>
        <a:srgbClr val="212121"/>
      </a:dk1>
      <a:lt1>
        <a:srgbClr val="305C54"/>
      </a:lt1>
      <a:dk2>
        <a:srgbClr val="93E6D3"/>
      </a:dk2>
      <a:lt2>
        <a:srgbClr val="F3F3F3"/>
      </a:lt2>
      <a:accent1>
        <a:srgbClr val="44D4B4"/>
      </a:accent1>
      <a:accent2>
        <a:srgbClr val="4C9484"/>
      </a:accent2>
      <a:accent3>
        <a:srgbClr val="B8B9C0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